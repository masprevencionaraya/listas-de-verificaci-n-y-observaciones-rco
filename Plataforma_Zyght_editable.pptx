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D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cabezado"/>
          <p:cNvSpPr/>
          <p:nvPr/>
        </p:nvSpPr>
        <p:spPr>
          <a:xfrm>
            <a:off x="182880" y="137160"/>
            <a:ext cx="11823192" cy="603504"/>
          </a:xfrm>
          <a:prstGeom prst="roundRect">
            <a:avLst>
              <a:gd name="adj" fmla="val 18182"/>
            </a:avLst>
          </a:prstGeom>
          <a:solidFill>
            <a:srgbClr val="1430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2024"/>
            <a:ext cx="475488" cy="475488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1005840" y="13716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ZYGHT (19 de Agosto 2026)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915400" y="219456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" name="Logo"/>
          <p:cNvSpPr txBox="1"/>
          <p:nvPr/>
        </p:nvSpPr>
        <p:spPr>
          <a:xfrm>
            <a:off x="8915400" y="219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SALFA</a:t>
            </a:r>
            <a:pPr algn="ctr" indent="0" marL="0">
              <a:buNone/>
            </a:pPr>
            <a:r>
              <a:rPr lang="en-US" sz="1700" b="1" i="1" dirty="0">
                <a:solidFill>
                  <a:srgbClr val="14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502920" cy="475488"/>
          </a:xfrm>
          <a:prstGeom prst="rect">
            <a:avLst/>
          </a:prstGeom>
        </p:spPr>
      </p:pic>
      <p:sp>
        <p:nvSpPr>
          <p:cNvPr id="8" name="Tarjeta 1"/>
          <p:cNvSpPr/>
          <p:nvPr/>
        </p:nvSpPr>
        <p:spPr>
          <a:xfrm>
            <a:off x="182880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99" y="941832"/>
            <a:ext cx="402336" cy="402336"/>
          </a:xfrm>
          <a:prstGeom prst="rect">
            <a:avLst/>
          </a:prstGeom>
        </p:spPr>
      </p:pic>
      <p:sp>
        <p:nvSpPr>
          <p:cNvPr id="10" name="Etiqueta 1"/>
          <p:cNvSpPr txBox="1"/>
          <p:nvPr/>
        </p:nvSpPr>
        <p:spPr>
          <a:xfrm>
            <a:off x="228600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200" dirty="0"/>
          </a:p>
        </p:txBody>
      </p:sp>
      <p:sp>
        <p:nvSpPr>
          <p:cNvPr id="11" name="Valor 1"/>
          <p:cNvSpPr txBox="1"/>
          <p:nvPr/>
        </p:nvSpPr>
        <p:spPr>
          <a:xfrm>
            <a:off x="228600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19-08-2026</a:t>
            </a:r>
            <a:endParaRPr lang="en-US" sz="1600" dirty="0"/>
          </a:p>
        </p:txBody>
      </p:sp>
      <p:sp>
        <p:nvSpPr>
          <p:cNvPr id="12" name="Tarjeta 2"/>
          <p:cNvSpPr/>
          <p:nvPr/>
        </p:nvSpPr>
        <p:spPr>
          <a:xfrm>
            <a:off x="1887583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902" y="941832"/>
            <a:ext cx="402336" cy="402336"/>
          </a:xfrm>
          <a:prstGeom prst="rect">
            <a:avLst/>
          </a:prstGeom>
        </p:spPr>
      </p:pic>
      <p:sp>
        <p:nvSpPr>
          <p:cNvPr id="14" name="Etiqueta 2"/>
          <p:cNvSpPr txBox="1"/>
          <p:nvPr/>
        </p:nvSpPr>
        <p:spPr>
          <a:xfrm>
            <a:off x="1933303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</a:t>
            </a:r>
            <a:endParaRPr lang="en-US" sz="1200" dirty="0"/>
          </a:p>
        </p:txBody>
      </p:sp>
      <p:sp>
        <p:nvSpPr>
          <p:cNvPr id="15" name="Valor 2"/>
          <p:cNvSpPr txBox="1"/>
          <p:nvPr/>
        </p:nvSpPr>
        <p:spPr>
          <a:xfrm>
            <a:off x="1933303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arjeta 3"/>
          <p:cNvSpPr/>
          <p:nvPr/>
        </p:nvSpPr>
        <p:spPr>
          <a:xfrm>
            <a:off x="3592286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605" y="941832"/>
            <a:ext cx="402336" cy="402336"/>
          </a:xfrm>
          <a:prstGeom prst="rect">
            <a:avLst/>
          </a:prstGeom>
        </p:spPr>
      </p:pic>
      <p:sp>
        <p:nvSpPr>
          <p:cNvPr id="18" name="Etiqueta 3"/>
          <p:cNvSpPr txBox="1"/>
          <p:nvPr/>
        </p:nvSpPr>
        <p:spPr>
          <a:xfrm>
            <a:off x="3638006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Gravedad</a:t>
            </a:r>
            <a:endParaRPr lang="en-US" sz="1200" dirty="0"/>
          </a:p>
        </p:txBody>
      </p:sp>
      <p:sp>
        <p:nvSpPr>
          <p:cNvPr id="19" name="Valor 3"/>
          <p:cNvSpPr txBox="1"/>
          <p:nvPr/>
        </p:nvSpPr>
        <p:spPr>
          <a:xfrm>
            <a:off x="3638006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arjeta 4"/>
          <p:cNvSpPr/>
          <p:nvPr/>
        </p:nvSpPr>
        <p:spPr>
          <a:xfrm>
            <a:off x="5296989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941832"/>
            <a:ext cx="402336" cy="402336"/>
          </a:xfrm>
          <a:prstGeom prst="rect">
            <a:avLst/>
          </a:prstGeom>
        </p:spPr>
      </p:pic>
      <p:sp>
        <p:nvSpPr>
          <p:cNvPr id="22" name="Etiqueta 4"/>
          <p:cNvSpPr txBox="1"/>
          <p:nvPr/>
        </p:nvSpPr>
        <p:spPr>
          <a:xfrm>
            <a:off x="5342709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Acc. Con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Perdidos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(CTP)</a:t>
            </a:r>
            <a:endParaRPr lang="en-US" sz="1200" dirty="0"/>
          </a:p>
        </p:txBody>
      </p:sp>
      <p:sp>
        <p:nvSpPr>
          <p:cNvPr id="23" name="Valor 4"/>
          <p:cNvSpPr txBox="1"/>
          <p:nvPr/>
        </p:nvSpPr>
        <p:spPr>
          <a:xfrm>
            <a:off x="5342709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arjeta 5"/>
          <p:cNvSpPr/>
          <p:nvPr/>
        </p:nvSpPr>
        <p:spPr>
          <a:xfrm>
            <a:off x="7001691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011" y="941832"/>
            <a:ext cx="402336" cy="402336"/>
          </a:xfrm>
          <a:prstGeom prst="rect">
            <a:avLst/>
          </a:prstGeom>
        </p:spPr>
      </p:pic>
      <p:sp>
        <p:nvSpPr>
          <p:cNvPr id="26" name="Etiqueta 5"/>
          <p:cNvSpPr txBox="1"/>
          <p:nvPr/>
        </p:nvSpPr>
        <p:spPr>
          <a:xfrm>
            <a:off x="7047411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Acc. Sin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Perdidos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(STP)</a:t>
            </a:r>
            <a:endParaRPr lang="en-US" sz="1200" dirty="0"/>
          </a:p>
        </p:txBody>
      </p:sp>
      <p:sp>
        <p:nvSpPr>
          <p:cNvPr id="27" name="Valor 5"/>
          <p:cNvSpPr txBox="1"/>
          <p:nvPr/>
        </p:nvSpPr>
        <p:spPr>
          <a:xfrm>
            <a:off x="7047411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arjeta 6"/>
          <p:cNvSpPr/>
          <p:nvPr/>
        </p:nvSpPr>
        <p:spPr>
          <a:xfrm>
            <a:off x="8706394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2714" y="941832"/>
            <a:ext cx="402336" cy="402336"/>
          </a:xfrm>
          <a:prstGeom prst="rect">
            <a:avLst/>
          </a:prstGeom>
        </p:spPr>
      </p:pic>
      <p:sp>
        <p:nvSpPr>
          <p:cNvPr id="30" name="Etiqueta 6"/>
          <p:cNvSpPr txBox="1"/>
          <p:nvPr/>
        </p:nvSpPr>
        <p:spPr>
          <a:xfrm>
            <a:off x="8752114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Eventos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Significativos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Lesión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(TESLI)</a:t>
            </a:r>
            <a:endParaRPr lang="en-US" sz="1050" dirty="0"/>
          </a:p>
        </p:txBody>
      </p:sp>
      <p:sp>
        <p:nvSpPr>
          <p:cNvPr id="31" name="Valor 6"/>
          <p:cNvSpPr txBox="1"/>
          <p:nvPr/>
        </p:nvSpPr>
        <p:spPr>
          <a:xfrm>
            <a:off x="8752114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arjeta 7"/>
          <p:cNvSpPr/>
          <p:nvPr/>
        </p:nvSpPr>
        <p:spPr>
          <a:xfrm>
            <a:off x="10411097" y="868680"/>
            <a:ext cx="1594975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7417" y="941832"/>
            <a:ext cx="402336" cy="402336"/>
          </a:xfrm>
          <a:prstGeom prst="rect">
            <a:avLst/>
          </a:prstGeom>
        </p:spPr>
      </p:pic>
      <p:sp>
        <p:nvSpPr>
          <p:cNvPr id="34" name="Etiqueta 7"/>
          <p:cNvSpPr txBox="1"/>
          <p:nvPr/>
        </p:nvSpPr>
        <p:spPr>
          <a:xfrm>
            <a:off x="10456817" y="1371600"/>
            <a:ext cx="150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E.S Con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Lesión</a:t>
            </a:r>
            <a:endParaRPr lang="en-US" sz="1200" dirty="0"/>
          </a:p>
        </p:txBody>
      </p:sp>
      <p:sp>
        <p:nvSpPr>
          <p:cNvPr id="35" name="Valor 7"/>
          <p:cNvSpPr txBox="1"/>
          <p:nvPr/>
        </p:nvSpPr>
        <p:spPr>
          <a:xfrm>
            <a:off x="10456817" y="1938528"/>
            <a:ext cx="1503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Indicador 1"/>
          <p:cNvSpPr/>
          <p:nvPr/>
        </p:nvSpPr>
        <p:spPr>
          <a:xfrm>
            <a:off x="182880" y="2468880"/>
            <a:ext cx="285292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596896"/>
            <a:ext cx="475488" cy="475488"/>
          </a:xfrm>
          <a:prstGeom prst="rect">
            <a:avLst/>
          </a:prstGeom>
        </p:spPr>
      </p:pic>
      <p:sp>
        <p:nvSpPr>
          <p:cNvPr id="38" name="Etiqueta ind 1"/>
          <p:cNvSpPr txBox="1"/>
          <p:nvPr/>
        </p:nvSpPr>
        <p:spPr>
          <a:xfrm>
            <a:off x="1005840" y="25054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Trabajadores</a:t>
            </a:r>
            <a:endParaRPr lang="en-US" sz="1250" dirty="0"/>
          </a:p>
        </p:txBody>
      </p:sp>
      <p:sp>
        <p:nvSpPr>
          <p:cNvPr id="39" name="Valor ind 1"/>
          <p:cNvSpPr txBox="1"/>
          <p:nvPr/>
        </p:nvSpPr>
        <p:spPr>
          <a:xfrm>
            <a:off x="1005840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200" dirty="0"/>
          </a:p>
        </p:txBody>
      </p:sp>
      <p:sp>
        <p:nvSpPr>
          <p:cNvPr id="40" name="Indicador 2"/>
          <p:cNvSpPr/>
          <p:nvPr/>
        </p:nvSpPr>
        <p:spPr>
          <a:xfrm>
            <a:off x="3172968" y="2468880"/>
            <a:ext cx="285292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2596896"/>
            <a:ext cx="475488" cy="475488"/>
          </a:xfrm>
          <a:prstGeom prst="rect">
            <a:avLst/>
          </a:prstGeom>
        </p:spPr>
      </p:pic>
      <p:sp>
        <p:nvSpPr>
          <p:cNvPr id="42" name="Etiqueta ind 2"/>
          <p:cNvSpPr txBox="1"/>
          <p:nvPr/>
        </p:nvSpPr>
        <p:spPr>
          <a:xfrm>
            <a:off x="3995928" y="25054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sin Accidentes</a:t>
            </a:r>
            <a:endParaRPr lang="en-US" sz="1250" dirty="0"/>
          </a:p>
        </p:txBody>
      </p:sp>
      <p:sp>
        <p:nvSpPr>
          <p:cNvPr id="43" name="Valor ind 2"/>
          <p:cNvSpPr txBox="1"/>
          <p:nvPr/>
        </p:nvSpPr>
        <p:spPr>
          <a:xfrm>
            <a:off x="3995928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2200" dirty="0"/>
          </a:p>
        </p:txBody>
      </p:sp>
      <p:sp>
        <p:nvSpPr>
          <p:cNvPr id="44" name="Indicador 3"/>
          <p:cNvSpPr/>
          <p:nvPr/>
        </p:nvSpPr>
        <p:spPr>
          <a:xfrm>
            <a:off x="6163056" y="2468880"/>
            <a:ext cx="285292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6" y="2596896"/>
            <a:ext cx="475488" cy="475488"/>
          </a:xfrm>
          <a:prstGeom prst="rect">
            <a:avLst/>
          </a:prstGeom>
        </p:spPr>
      </p:pic>
      <p:sp>
        <p:nvSpPr>
          <p:cNvPr id="46" name="Etiqueta ind 3"/>
          <p:cNvSpPr txBox="1"/>
          <p:nvPr/>
        </p:nvSpPr>
        <p:spPr>
          <a:xfrm>
            <a:off x="6986016" y="25054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Días Sin Accidentes</a:t>
            </a:r>
            <a:endParaRPr lang="en-US" sz="1250" dirty="0"/>
          </a:p>
        </p:txBody>
      </p:sp>
      <p:sp>
        <p:nvSpPr>
          <p:cNvPr id="47" name="Valor ind 3"/>
          <p:cNvSpPr txBox="1"/>
          <p:nvPr/>
        </p:nvSpPr>
        <p:spPr>
          <a:xfrm>
            <a:off x="6986016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2200" dirty="0"/>
          </a:p>
        </p:txBody>
      </p:sp>
      <p:sp>
        <p:nvSpPr>
          <p:cNvPr id="48" name="Indicador 4"/>
          <p:cNvSpPr/>
          <p:nvPr/>
        </p:nvSpPr>
        <p:spPr>
          <a:xfrm>
            <a:off x="9153144" y="2468880"/>
            <a:ext cx="285292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1744" y="2596896"/>
            <a:ext cx="475488" cy="475488"/>
          </a:xfrm>
          <a:prstGeom prst="rect">
            <a:avLst/>
          </a:prstGeom>
        </p:spPr>
      </p:pic>
      <p:sp>
        <p:nvSpPr>
          <p:cNvPr id="50" name="Etiqueta ind 4"/>
          <p:cNvSpPr txBox="1"/>
          <p:nvPr/>
        </p:nvSpPr>
        <p:spPr>
          <a:xfrm>
            <a:off x="9976104" y="25054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250" dirty="0"/>
          </a:p>
        </p:txBody>
      </p:sp>
      <p:sp>
        <p:nvSpPr>
          <p:cNvPr id="51" name="Valor ind 4"/>
          <p:cNvSpPr txBox="1"/>
          <p:nvPr/>
        </p:nvSpPr>
        <p:spPr>
          <a:xfrm>
            <a:off x="9976104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19-08-2026</a:t>
            </a:r>
            <a:endParaRPr lang="en-US" sz="2200" dirty="0"/>
          </a:p>
        </p:txBody>
      </p:sp>
      <p:sp>
        <p:nvSpPr>
          <p:cNvPr id="52" name="Shape 37"/>
          <p:cNvSpPr/>
          <p:nvPr/>
        </p:nvSpPr>
        <p:spPr>
          <a:xfrm>
            <a:off x="292608" y="3319272"/>
            <a:ext cx="237744" cy="237744"/>
          </a:xfrm>
          <a:prstGeom prst="ellipse">
            <a:avLst/>
          </a:prstGeom>
          <a:solidFill>
            <a:srgbClr val="14304F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328" y="3364992"/>
            <a:ext cx="146304" cy="146304"/>
          </a:xfrm>
          <a:prstGeom prst="rect">
            <a:avLst/>
          </a:prstGeom>
        </p:spPr>
      </p:pic>
      <p:sp>
        <p:nvSpPr>
          <p:cNvPr id="54" name="REPORTE DE PELIGRO"/>
          <p:cNvSpPr txBox="1"/>
          <p:nvPr/>
        </p:nvSpPr>
        <p:spPr>
          <a:xfrm>
            <a:off x="640080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PELIGRO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611880"/>
          <a:ext cx="11823192" cy="914400"/>
        </p:xfrm>
        <a:graphic>
          <a:graphicData uri="http://schemas.openxmlformats.org/drawingml/2006/table">
            <a:tbl>
              <a:tblPr/>
              <a:tblGrid>
                <a:gridCol w="2138704"/>
                <a:gridCol w="1590318"/>
                <a:gridCol w="1458706"/>
                <a:gridCol w="2632251"/>
                <a:gridCol w="400321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 de Peligro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de cierre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Shape 39"/>
          <p:cNvSpPr/>
          <p:nvPr/>
        </p:nvSpPr>
        <p:spPr>
          <a:xfrm>
            <a:off x="292608" y="4370832"/>
            <a:ext cx="237744" cy="237744"/>
          </a:xfrm>
          <a:prstGeom prst="ellipse">
            <a:avLst/>
          </a:prstGeom>
          <a:solidFill>
            <a:srgbClr val="14304F"/>
          </a:solidFill>
          <a:ln/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328" y="4416552"/>
            <a:ext cx="146304" cy="146304"/>
          </a:xfrm>
          <a:prstGeom prst="rect">
            <a:avLst/>
          </a:prstGeom>
        </p:spPr>
      </p:pic>
      <p:sp>
        <p:nvSpPr>
          <p:cNvPr id="58" name="REPORTE PREVENTIVO"/>
          <p:cNvSpPr txBox="1"/>
          <p:nvPr/>
        </p:nvSpPr>
        <p:spPr>
          <a:xfrm>
            <a:off x="64008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PREVENTIVO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663440"/>
          <a:ext cx="11823192" cy="914400"/>
        </p:xfrm>
        <a:graphic>
          <a:graphicData uri="http://schemas.openxmlformats.org/drawingml/2006/table">
            <a:tbl>
              <a:tblPr/>
              <a:tblGrid>
                <a:gridCol w="2138704"/>
                <a:gridCol w="1590318"/>
                <a:gridCol w="1458706"/>
                <a:gridCol w="1480641"/>
                <a:gridCol w="2029026"/>
                <a:gridCol w="312579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 Preventivo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de cierre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Salfa Montajes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1"/>
          <p:cNvSpPr/>
          <p:nvPr/>
        </p:nvSpPr>
        <p:spPr>
          <a:xfrm>
            <a:off x="292608" y="5404104"/>
            <a:ext cx="237744" cy="237744"/>
          </a:xfrm>
          <a:prstGeom prst="ellipse">
            <a:avLst/>
          </a:prstGeom>
          <a:solidFill>
            <a:srgbClr val="14304F"/>
          </a:solidFill>
          <a:ln/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328" y="5449824"/>
            <a:ext cx="146304" cy="146304"/>
          </a:xfrm>
          <a:prstGeom prst="rect">
            <a:avLst/>
          </a:prstGeom>
        </p:spPr>
      </p:pic>
      <p:sp>
        <p:nvSpPr>
          <p:cNvPr id="62" name="TARJETA VERDE"/>
          <p:cNvSpPr txBox="1"/>
          <p:nvPr/>
        </p:nvSpPr>
        <p:spPr>
          <a:xfrm>
            <a:off x="640080" y="5376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VERDE</a:t>
            </a:r>
            <a:endParaRPr lang="en-US" sz="14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687568"/>
          <a:ext cx="11823192" cy="914400"/>
        </p:xfrm>
        <a:graphic>
          <a:graphicData uri="http://schemas.openxmlformats.org/drawingml/2006/table">
            <a:tbl>
              <a:tblPr/>
              <a:tblGrid>
                <a:gridCol w="1510986"/>
                <a:gridCol w="1466870"/>
                <a:gridCol w="2040383"/>
                <a:gridCol w="1323492"/>
                <a:gridCol w="1764656"/>
                <a:gridCol w="2205819"/>
                <a:gridCol w="151098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ABIERTO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 DE PELIGRO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APLICABLE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Zyght</dc:title>
  <dc:subject>PptxGenJS Presentation</dc:subject>
  <dc:creator>PptxGenJS</dc:creator>
  <cp:lastModifiedBy>PptxGenJS</cp:lastModifiedBy>
  <cp:revision>1</cp:revision>
  <dcterms:created xsi:type="dcterms:W3CDTF">2026-10-21T01:33:31Z</dcterms:created>
  <dcterms:modified xsi:type="dcterms:W3CDTF">2026-10-21T01:33:31Z</dcterms:modified>
</cp:coreProperties>
</file>